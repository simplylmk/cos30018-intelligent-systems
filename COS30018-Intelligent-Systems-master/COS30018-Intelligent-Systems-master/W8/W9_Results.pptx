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CBA.AX Stock Price Prediction  ·  W9 Experiment 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149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795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550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2×50  ↓ Best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41448" y="960120"/>
            <a:ext cx="196596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1448" y="96012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0149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11795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41448" y="16550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2×50  ↓ Best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17136" y="960120"/>
            <a:ext cx="196596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96012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10149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17136" y="11795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17136" y="16550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2×50  ↓ Best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92824" y="960120"/>
            <a:ext cx="196596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2824" y="96012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10149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92824" y="11795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592824" y="16550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2×50  ↑ Best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84248"/>
          <a:ext cx="841248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1325880"/>
                <a:gridCol w="1325880"/>
                <a:gridCol w="1325880"/>
                <a:gridCol w="1325880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($)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(auto)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478.43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−2936.6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(5,1,0)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−2984.2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2×50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2×50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>
                        <a:alpha val="25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(ARIMA+LSTM)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239.15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−733.0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(ARIMA+GRU)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239.16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−733.0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(ARIMA+LSTM+RF)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159.29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−324.6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(ARIMA+LSTM)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(ARIMA+GRU+RF)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(All 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(ARIMA+LSTM)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>
                        <a:alpha val="20000"/>
                      </a:srgb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(ARIMA+GRU)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Visualisations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CBA.AX  ·  Individual Models vs Actual  |  Ensemble Comparison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50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Model Predictions vs Actual</a:t>
            </a:r>
            <a:endParaRPr lang="en-US" sz="900" dirty="0"/>
          </a:p>
        </p:txBody>
      </p:sp>
      <p:pic>
        <p:nvPicPr>
          <p:cNvPr id="7" name="Image 0" descr="/sessions/wonderful-relaxed-carson/mnt/W8/plot_c6_individual_mod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07008"/>
            <a:ext cx="406908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914400"/>
            <a:ext cx="4160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950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vs Individual: ARIMA + LSTM</a:t>
            </a:r>
            <a:endParaRPr lang="en-US" sz="900" dirty="0"/>
          </a:p>
        </p:txBody>
      </p:sp>
      <p:pic>
        <p:nvPicPr>
          <p:cNvPr id="10" name="Image 1" descr="/sessions/wonderful-relaxed-carson/mnt/W8/plot_c6_ensemble_vs_individu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207008"/>
            <a:ext cx="4069080" cy="2606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D9488">
              <a:alpha val="12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4320" y="420624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23367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2×50 tracks actual price most closely (R²=0.968). Simple averaging ensembles with ARIMA significantly degrade accuracy. Weighted ensembles partially recover, but GRU alone remains the strongest predictor.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W9 ML Results — CBA.AX</dc:title>
  <dc:subject>PptxGenJS Presentation</dc:subject>
  <dc:creator>PptxGenJS</dc:creator>
  <cp:lastModifiedBy>PptxGenJS</cp:lastModifiedBy>
  <cp:revision>1</cp:revision>
  <dcterms:created xsi:type="dcterms:W3CDTF">2026-04-05T00:48:38Z</dcterms:created>
  <dcterms:modified xsi:type="dcterms:W3CDTF">2026-04-05T00:48:38Z</dcterms:modified>
</cp:coreProperties>
</file>